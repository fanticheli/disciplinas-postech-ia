
<file path=[Content_Types].xml><?xml version="1.0" encoding="utf-8"?>
<Types xmlns="http://schemas.openxmlformats.org/package/2006/content-types">
  <Default Extension="fntdata" ContentType="application/x-fontdata"/>
  <Default Extension="odttf" ContentType="application/vnd.openxmlformats-officedocument.obfuscatedFont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Nunito"/>
      <p:regular r:id="rId9"/>
      <p:bold r:id="rId10"/>
      <p:italic r:id="rId11"/>
      <p:boldItalic r:id="rId12"/>
    </p:embeddedFont>
    <p:embeddedFont>
      <p:font typeface="Maven Pro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MavenPro-regular.fntdata"/><Relationship Id="rId8" Type="http://schemas.openxmlformats.org/officeDocument/2006/relationships/slide" Target="slides/slide3.xml"/><Relationship Id="rId3" Type="http://schemas.openxmlformats.org/officeDocument/2006/relationships/presProps" Target="presProps.xml"/><Relationship Id="rId12" Type="http://schemas.openxmlformats.org/officeDocument/2006/relationships/font" Target="fonts/Nunito-boldItalic.fntdata"/><Relationship Id="rId7" Type="http://schemas.openxmlformats.org/officeDocument/2006/relationships/slide" Target="slides/slide2.xml"/><Relationship Id="rId17" Type="http://schemas.openxmlformats.org/officeDocument/2006/relationships/customXml" Target="../customXml/item3.xml"/><Relationship Id="rId2" Type="http://schemas.openxmlformats.org/officeDocument/2006/relationships/viewProps" Target="viewProps.xml"/><Relationship Id="rId16" Type="http://schemas.openxmlformats.org/officeDocument/2006/relationships/customXml" Target="../customXml/item2.xml"/><Relationship Id="rId11" Type="http://schemas.openxmlformats.org/officeDocument/2006/relationships/font" Target="fonts/Nunito-italic.fntdata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15" Type="http://schemas.openxmlformats.org/officeDocument/2006/relationships/customXml" Target="../customXml/item1.xml"/><Relationship Id="rId10" Type="http://schemas.openxmlformats.org/officeDocument/2006/relationships/font" Target="fonts/Nunito-bold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Nunito-regular.fntdata"/><Relationship Id="rId14" Type="http://schemas.openxmlformats.org/officeDocument/2006/relationships/font" Target="fonts/MavenPr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6a558de70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f6a558de70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6a558de70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f6a558de70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linkedin.com/in/jessica-costa-inf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Revis</a:t>
            </a:r>
            <a:r>
              <a:rPr lang="en"/>
              <a:t>ão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Ms. J</a:t>
            </a:r>
            <a:r>
              <a:rPr lang="en"/>
              <a:t>éssica Costa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ópicos Abordados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Governança de IA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Interpretabilidade e Explicabilidade em IA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Vieses e Responsabilidade em IA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Aspectos Humanos e </a:t>
            </a:r>
            <a:r>
              <a:rPr lang="en" sz="1700"/>
              <a:t>Éticos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Segurança e Dados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Aspectos Regulatórios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Custos Financeiros em IA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Custos Ambientais em IA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Obrigada Pessoal :)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https://www.linkedin.com/in/jessica-costa-info/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C4BF2EB6E0AA3499D5D22DB6C773100" ma:contentTypeVersion="54" ma:contentTypeDescription="Crie um novo documento." ma:contentTypeScope="" ma:versionID="618023a50a23757e1650059b0eac2ade">
  <xsd:schema xmlns:xsd="http://www.w3.org/2001/XMLSchema" xmlns:xs="http://www.w3.org/2001/XMLSchema" xmlns:p="http://schemas.microsoft.com/office/2006/metadata/properties" xmlns:ns1="http://schemas.microsoft.com/sharepoint/v3" xmlns:ns2="2074a592-0284-4838-a99a-676a646e30ba" xmlns:ns3="e20d8d4b-1949-445f-b54d-8717a3d10a21" targetNamespace="http://schemas.microsoft.com/office/2006/metadata/properties" ma:root="true" ma:fieldsID="1b79bf2f9309d1b47eaebd57666dabab" ns1:_="" ns2:_="" ns3:_="">
    <xsd:import namespace="http://schemas.microsoft.com/sharepoint/v3"/>
    <xsd:import namespace="2074a592-0284-4838-a99a-676a646e30ba"/>
    <xsd:import namespace="e20d8d4b-1949-445f-b54d-8717a3d10a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Status"/>
                <xsd:element ref="ns2:Coordena_x00e7__x00e3_o" minOccurs="0"/>
                <xsd:element ref="ns2:Data_Recebimento" minOccurs="0"/>
                <xsd:element ref="ns2:Data_Rev_Coord" minOccurs="0"/>
                <xsd:element ref="ns2:Obs_x002e_" minOccurs="0"/>
                <xsd:element ref="ns2:Nome_Comercial" minOccurs="0"/>
                <xsd:element ref="ns2:Disciplina" minOccurs="0"/>
                <xsd:element ref="ns3:SharedWithUsers" minOccurs="0"/>
                <xsd:element ref="ns3:SharedWithDetails" minOccurs="0"/>
                <xsd:element ref="ns2:Sequencia" minOccurs="0"/>
                <xsd:element ref="ns2:Data_envio_materiais" minOccurs="0"/>
                <xsd:element ref="ns2:Iniciodadisciplina" minOccurs="0"/>
                <xsd:element ref="ns2:Status_Entrega" minOccurs="0"/>
                <xsd:element ref="ns2:Nome_do_professor" minOccurs="0"/>
                <xsd:element ref="ns2:Datadafinaliza_x00e7__x00e3_o" minOccurs="0"/>
                <xsd:element ref="ns2:MediaServiceLocation" minOccurs="0"/>
                <xsd:element ref="ns2:Emailseler" minOccurs="0"/>
                <xsd:element ref="ns2:Analista" minOccurs="0"/>
                <xsd:element ref="ns2:Analista_respons_x00e1_veel" minOccurs="0"/>
                <xsd:element ref="ns2:Titula_x00e7__x00e3_o" minOccurs="0"/>
                <xsd:element ref="ns2:NOME_SELLER" minOccurs="0"/>
                <xsd:element ref="ns2:Analista_Responsav_x00e9_l" minOccurs="0"/>
                <xsd:element ref="ns2:MediaServiceBillingMetadata" minOccurs="0"/>
                <xsd:element ref="ns1:AverageRating" minOccurs="0"/>
                <xsd:element ref="ns1:RatingCount" minOccurs="0"/>
                <xsd:element ref="ns1:RatedBy" minOccurs="0"/>
                <xsd:element ref="ns1:Ratings" minOccurs="0"/>
                <xsd:element ref="ns1:LikesCount" minOccurs="0"/>
                <xsd:element ref="ns1:LikedBy" minOccurs="0"/>
                <xsd:element ref="ns2:C_x00f3_digoPPC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44" nillable="true" ma:displayName="Classificação (0-5)" ma:decimals="2" ma:description="Valor médio de todas as classificações enviadas" ma:internalName="AverageRating" ma:readOnly="true">
      <xsd:simpleType>
        <xsd:restriction base="dms:Number"/>
      </xsd:simpleType>
    </xsd:element>
    <xsd:element name="RatingCount" ma:index="45" nillable="true" ma:displayName="Número de Classificações" ma:decimals="0" ma:description="Número de classificações enviadas" ma:internalName="RatingCount" ma:readOnly="true">
      <xsd:simpleType>
        <xsd:restriction base="dms:Number"/>
      </xsd:simpleType>
    </xsd:element>
    <xsd:element name="RatedBy" ma:index="46" nillable="true" ma:displayName="Classificado por" ma:description="Usuários classificaram o item." ma:hidden="true" ma:list="UserInfo" ma:internalName="Rat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atings" ma:index="47" nillable="true" ma:displayName="Classificações de usuários" ma:description="Classificações de usuários para o item" ma:hidden="true" ma:internalName="Ratings">
      <xsd:simpleType>
        <xsd:restriction base="dms:Note"/>
      </xsd:simpleType>
    </xsd:element>
    <xsd:element name="LikesCount" ma:index="48" nillable="true" ma:displayName="Número de Ocorrências de Curtir" ma:internalName="LikesCount">
      <xsd:simpleType>
        <xsd:restriction base="dms:Unknown"/>
      </xsd:simpleType>
    </xsd:element>
    <xsd:element name="LikedBy" ma:index="49" nillable="true" ma:displayName="Curtido por" ma:hidden="true" ma:list="UserInfo" ma:internalName="Lik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74a592-0284-4838-a99a-676a646e30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771e4ab9-48e6-401e-8cb3-95486c831b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Status" ma:index="20" ma:displayName="Status" ma:default="Bruto" ma:format="Dropdown" ma:indexed="true" ma:internalName="Status">
      <xsd:simpleType>
        <xsd:union memberTypes="dms:Text">
          <xsd:simpleType>
            <xsd:restriction base="dms:Choice">
              <xsd:enumeration value="Pendente ajuste"/>
              <xsd:enumeration value="Atrasado"/>
              <xsd:enumeration value="Bruto"/>
              <xsd:enumeration value="Ajuste Infoprod"/>
              <xsd:enumeration value="Recebimento Parcial"/>
              <xsd:enumeration value="Não obrigatório"/>
              <xsd:enumeration value="Desconsiderar"/>
              <xsd:enumeration value="Liberado para disponibilização"/>
              <xsd:enumeration value="Revisão de questão"/>
              <xsd:enumeration value="Embed"/>
              <xsd:enumeration value="Disponibilizado"/>
              <xsd:enumeration value="BQ enviado para cadastro"/>
              <xsd:enumeration value="BQ Cadastrado"/>
              <xsd:enumeration value="Turma concluída"/>
              <xsd:enumeration value="Excluir do Cosmos"/>
              <xsd:enumeration value="Podcast | Em produção"/>
              <xsd:enumeration value="Formulário preenchido - banner"/>
              <xsd:enumeration value="Documentação conferida"/>
              <xsd:enumeration value="Documentação pendente"/>
              <xsd:enumeration value="Documentação"/>
              <xsd:enumeration value="Aguardando validação acadêmica"/>
              <xsd:enumeration value="Titulação divergente"/>
              <xsd:enumeration value="Lançamento suspenso"/>
              <xsd:enumeration value="Descontinuado"/>
              <xsd:enumeration value="Disciplina Cogna"/>
              <xsd:enumeration value="Disponibilizado Cogna"/>
              <xsd:enumeration value="Curso lançado"/>
              <xsd:enumeration value="Lançamento em breve"/>
              <xsd:enumeration value="Reaproveitar conteúdo"/>
              <xsd:enumeration value="NÃO reaproveitar da turma anterior"/>
              <xsd:enumeration value="Template"/>
            </xsd:restriction>
          </xsd:simpleType>
        </xsd:union>
      </xsd:simpleType>
    </xsd:element>
    <xsd:element name="Coordena_x00e7__x00e3_o" ma:index="21" nillable="true" ma:displayName="Coordenação" ma:list="UserInfo" ma:SharePointGroup="0" ma:internalName="Coordena_x00e7__x00e3_o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ata_Recebimento" ma:index="22" nillable="true" ma:displayName="Data_Recebimento_Material" ma:format="DateOnly" ma:internalName="Data_Recebimento">
      <xsd:simpleType>
        <xsd:restriction base="dms:DateTime"/>
      </xsd:simpleType>
    </xsd:element>
    <xsd:element name="Data_Rev_Coord" ma:index="23" nillable="true" ma:displayName="Data_Rev_Coord" ma:format="DateOnly" ma:internalName="Data_Rev_Coord">
      <xsd:simpleType>
        <xsd:restriction base="dms:DateTime"/>
      </xsd:simpleType>
    </xsd:element>
    <xsd:element name="Obs_x002e_" ma:index="24" nillable="true" ma:displayName="Obs." ma:format="Dropdown" ma:internalName="Obs_x002e_">
      <xsd:simpleType>
        <xsd:restriction base="dms:Note">
          <xsd:maxLength value="255"/>
        </xsd:restriction>
      </xsd:simpleType>
    </xsd:element>
    <xsd:element name="Nome_Comercial" ma:index="25" nillable="true" ma:displayName="Nome_Comercial" ma:format="Dropdown" ma:internalName="Nome_Comercial">
      <xsd:simpleType>
        <xsd:restriction base="dms:Note">
          <xsd:maxLength value="255"/>
        </xsd:restriction>
      </xsd:simpleType>
    </xsd:element>
    <xsd:element name="Disciplina" ma:index="26" nillable="true" ma:displayName="Disciplina" ma:internalName="Disciplina">
      <xsd:simpleType>
        <xsd:restriction base="dms:Note">
          <xsd:maxLength value="255"/>
        </xsd:restriction>
      </xsd:simpleType>
    </xsd:element>
    <xsd:element name="Sequencia" ma:index="29" nillable="true" ma:displayName="Sequencia" ma:format="Dropdown" ma:internalName="Sequencia" ma:percentage="FALSE">
      <xsd:simpleType>
        <xsd:restriction base="dms:Number"/>
      </xsd:simpleType>
    </xsd:element>
    <xsd:element name="Data_envio_materiais" ma:index="30" nillable="true" ma:displayName="Data_Envio_materiais" ma:format="DateOnly" ma:internalName="Data_envio_materiais">
      <xsd:simpleType>
        <xsd:restriction base="dms:DateTime"/>
      </xsd:simpleType>
    </xsd:element>
    <xsd:element name="Iniciodadisciplina" ma:index="31" nillable="true" ma:displayName="Inicio da disciplina" ma:format="DateOnly" ma:indexed="true" ma:internalName="Iniciodadisciplina">
      <xsd:simpleType>
        <xsd:restriction base="dms:DateTime"/>
      </xsd:simpleType>
    </xsd:element>
    <xsd:element name="Status_Entrega" ma:index="32" nillable="true" ma:displayName="Status_Entrega" ma:format="Dropdown" ma:internalName="Status_Entrega">
      <xsd:simpleType>
        <xsd:restriction base="dms:Choice">
          <xsd:enumeration value="Atrasado"/>
        </xsd:restriction>
      </xsd:simpleType>
    </xsd:element>
    <xsd:element name="Nome_do_professor" ma:index="34" nillable="true" ma:displayName="Nome_do_professor" ma:format="Dropdown" ma:internalName="Nome_do_professor">
      <xsd:simpleType>
        <xsd:restriction base="dms:Text">
          <xsd:maxLength value="255"/>
        </xsd:restriction>
      </xsd:simpleType>
    </xsd:element>
    <xsd:element name="Datadafinaliza_x00e7__x00e3_o" ma:index="35" nillable="true" ma:displayName="Data_finalizacao_disciplina" ma:format="DateOnly" ma:internalName="Datadafinaliza_x00e7__x00e3_o">
      <xsd:simpleType>
        <xsd:restriction base="dms:DateTime"/>
      </xsd:simpleType>
    </xsd:element>
    <xsd:element name="MediaServiceLocation" ma:index="36" nillable="true" ma:displayName="Location" ma:indexed="true" ma:internalName="MediaServiceLocation" ma:readOnly="true">
      <xsd:simpleType>
        <xsd:restriction base="dms:Text"/>
      </xsd:simpleType>
    </xsd:element>
    <xsd:element name="Emailseler" ma:index="37" nillable="true" ma:displayName="Email_seller" ma:format="Dropdown" ma:internalName="Emailseler">
      <xsd:simpleType>
        <xsd:restriction base="dms:Text">
          <xsd:maxLength value="255"/>
        </xsd:restriction>
      </xsd:simpleType>
    </xsd:element>
    <xsd:element name="Analista" ma:index="38" nillable="true" ma:displayName="Analista" ma:format="Dropdown" ma:internalName="Analista">
      <xsd:simpleType>
        <xsd:restriction base="dms:Text">
          <xsd:maxLength value="255"/>
        </xsd:restriction>
      </xsd:simpleType>
    </xsd:element>
    <xsd:element name="Analista_respons_x00e1_veel" ma:index="39" nillable="true" ma:displayName="Email_Analista_responsáveel" ma:format="Dropdown" ma:internalName="Analista_respons_x00e1_veel">
      <xsd:simpleType>
        <xsd:restriction base="dms:Text">
          <xsd:maxLength value="255"/>
        </xsd:restriction>
      </xsd:simpleType>
    </xsd:element>
    <xsd:element name="Titula_x00e7__x00e3_o" ma:index="40" nillable="true" ma:displayName="Titulação" ma:format="Dropdown" ma:internalName="Titula_x00e7__x00e3_o">
      <xsd:simpleType>
        <xsd:restriction base="dms:Choice">
          <xsd:enumeration value="Especialista"/>
          <xsd:enumeration value="Mestre"/>
          <xsd:enumeration value="Doutor(a)"/>
        </xsd:restriction>
      </xsd:simpleType>
    </xsd:element>
    <xsd:element name="NOME_SELLER" ma:index="41" nillable="true" ma:displayName="Nome_Seller" ma:format="Dropdown" ma:internalName="NOME_SELLER">
      <xsd:simpleType>
        <xsd:restriction base="dms:Text">
          <xsd:maxLength value="255"/>
        </xsd:restriction>
      </xsd:simpleType>
    </xsd:element>
    <xsd:element name="Analista_Responsav_x00e9_l" ma:index="42" nillable="true" ma:displayName="Nome_Analista_Responsavél" ma:format="Dropdown" ma:internalName="Analista_Responsav_x00e9_l">
      <xsd:simpleType>
        <xsd:restriction base="dms:Choice">
          <xsd:enumeration value="Diana"/>
          <xsd:enumeration value="Joyce"/>
          <xsd:enumeration value="Lucas"/>
        </xsd:restriction>
      </xsd:simpleType>
    </xsd:element>
    <xsd:element name="MediaServiceBillingMetadata" ma:index="43" nillable="true" ma:displayName="MediaServiceBillingMetadata" ma:hidden="true" ma:internalName="MediaServiceBillingMetadata" ma:readOnly="true">
      <xsd:simpleType>
        <xsd:restriction base="dms:Note"/>
      </xsd:simpleType>
    </xsd:element>
    <xsd:element name="C_x00f3_digoPPC" ma:index="50" nillable="true" ma:displayName="Código PPC" ma:format="Dropdown" ma:internalName="C_x00f3_digoPPC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0d8d4b-1949-445f-b54d-8717a3d10a2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15443eb-cbbb-44e0-b5db-83270feeb83d}" ma:internalName="TaxCatchAll" ma:showField="CatchAllData" ma:web="e20d8d4b-1949-445f-b54d-8717a3d10a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7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8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bs_x002e_ xmlns="2074a592-0284-4838-a99a-676a646e30ba" xsi:nil="true"/>
    <LikesCount xmlns="http://schemas.microsoft.com/sharepoint/v3" xsi:nil="true"/>
    <C_x00f3_digoPPC xmlns="2074a592-0284-4838-a99a-676a646e30ba" xsi:nil="true"/>
    <Sequencia xmlns="2074a592-0284-4838-a99a-676a646e30ba" xsi:nil="true"/>
    <Iniciodadisciplina xmlns="2074a592-0284-4838-a99a-676a646e30ba" xsi:nil="true"/>
    <Titula_x00e7__x00e3_o xmlns="2074a592-0284-4838-a99a-676a646e30ba" xsi:nil="true"/>
    <Data_Rev_Coord xmlns="2074a592-0284-4838-a99a-676a646e30ba" xsi:nil="true"/>
    <Nome_do_professor xmlns="2074a592-0284-4838-a99a-676a646e30ba" xsi:nil="true"/>
    <Ratings xmlns="http://schemas.microsoft.com/sharepoint/v3" xsi:nil="true"/>
    <Analista xmlns="2074a592-0284-4838-a99a-676a646e30ba" xsi:nil="true"/>
    <Coordena_x00e7__x00e3_o xmlns="2074a592-0284-4838-a99a-676a646e30ba">
      <UserInfo>
        <DisplayName/>
        <AccountId xsi:nil="true"/>
        <AccountType/>
      </UserInfo>
    </Coordena_x00e7__x00e3_o>
    <Data_envio_materiais xmlns="2074a592-0284-4838-a99a-676a646e30ba" xsi:nil="true"/>
    <Datadafinaliza_x00e7__x00e3_o xmlns="2074a592-0284-4838-a99a-676a646e30ba" xsi:nil="true"/>
    <NOME_SELLER xmlns="2074a592-0284-4838-a99a-676a646e30ba" xsi:nil="true"/>
    <LikedBy xmlns="http://schemas.microsoft.com/sharepoint/v3">
      <UserInfo>
        <DisplayName/>
        <AccountId xsi:nil="true"/>
        <AccountType/>
      </UserInfo>
    </LikedBy>
    <Analista_respons_x00e1_veel xmlns="2074a592-0284-4838-a99a-676a646e30ba" xsi:nil="true"/>
    <Nome_Comercial xmlns="2074a592-0284-4838-a99a-676a646e30ba" xsi:nil="true"/>
    <Disciplina xmlns="2074a592-0284-4838-a99a-676a646e30ba" xsi:nil="true"/>
    <Emailseler xmlns="2074a592-0284-4838-a99a-676a646e30ba" xsi:nil="true"/>
    <Status xmlns="2074a592-0284-4838-a99a-676a646e30ba">Liberado para disponibilização</Status>
    <TaxCatchAll xmlns="e20d8d4b-1949-445f-b54d-8717a3d10a21" xsi:nil="true"/>
    <Analista_Responsav_x00e9_l xmlns="2074a592-0284-4838-a99a-676a646e30ba" xsi:nil="true"/>
    <lcf76f155ced4ddcb4097134ff3c332f xmlns="2074a592-0284-4838-a99a-676a646e30ba">
      <Terms xmlns="http://schemas.microsoft.com/office/infopath/2007/PartnerControls"/>
    </lcf76f155ced4ddcb4097134ff3c332f>
    <Data_Recebimento xmlns="2074a592-0284-4838-a99a-676a646e30ba" xsi:nil="true"/>
    <Status_Entrega xmlns="2074a592-0284-4838-a99a-676a646e30ba" xsi:nil="true"/>
    <RatedBy xmlns="http://schemas.microsoft.com/sharepoint/v3">
      <UserInfo>
        <DisplayName/>
        <AccountId xsi:nil="true"/>
        <AccountType/>
      </UserInfo>
    </RatedBy>
  </documentManagement>
</p:properties>
</file>

<file path=customXml/itemProps1.xml><?xml version="1.0" encoding="utf-8"?>
<ds:datastoreItem xmlns:ds="http://schemas.openxmlformats.org/officeDocument/2006/customXml" ds:itemID="{26EF7B14-C33C-40B6-812C-9C3A7C74319F}"/>
</file>

<file path=customXml/itemProps2.xml><?xml version="1.0" encoding="utf-8"?>
<ds:datastoreItem xmlns:ds="http://schemas.openxmlformats.org/officeDocument/2006/customXml" ds:itemID="{4DE47393-A50C-4E02-9B01-1CDBD5F0F455}"/>
</file>

<file path=customXml/itemProps3.xml><?xml version="1.0" encoding="utf-8"?>
<ds:datastoreItem xmlns:ds="http://schemas.openxmlformats.org/officeDocument/2006/customXml" ds:itemID="{732C6498-905E-41F2-9251-B3F11A9FA34E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0x0101003C4BF2EB6E0AA3499D5D22DB6C773100</vt:lpwstr>
  </property>
</Properties>
</file>